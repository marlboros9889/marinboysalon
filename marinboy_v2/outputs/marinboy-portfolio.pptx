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361c165ff04628" /><Relationship Type="http://schemas.openxmlformats.org/officeDocument/2006/relationships/extended-properties" Target="/docProps/app.xml" Id="Raaade2b8d237496c" /><Relationship Type="http://schemas.openxmlformats.org/officeDocument/2006/relationships/officeDocument" Target="/ppt/presentation.xml" Id="R683d2323eecc45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fb3b06de1f44ed"/>
  </p:sldMasterIdLst>
  <p:notesMasterIdLst>
    <p:notesMasterId xmlns:r="http://schemas.openxmlformats.org/officeDocument/2006/relationships" r:id="R3735119687034b21"/>
  </p:notesMasterIdLst>
  <p:sldIdLst>
    <p:sldId xmlns:r="http://schemas.openxmlformats.org/officeDocument/2006/relationships" id="256" r:id="R90cc9bb0ccd1465d"/>
    <p:sldId xmlns:r="http://schemas.openxmlformats.org/officeDocument/2006/relationships" id="257" r:id="R99c1819a5525405b"/>
    <p:sldId xmlns:r="http://schemas.openxmlformats.org/officeDocument/2006/relationships" id="258" r:id="R7ea7a6ca153640ce"/>
    <p:sldId xmlns:r="http://schemas.openxmlformats.org/officeDocument/2006/relationships" id="259" r:id="R523d6a20034a4eef"/>
    <p:sldId xmlns:r="http://schemas.openxmlformats.org/officeDocument/2006/relationships" id="260" r:id="R58fb0c45e81546ed"/>
    <p:sldId xmlns:r="http://schemas.openxmlformats.org/officeDocument/2006/relationships" id="261" r:id="Rb9b0ab17793b4fdc"/>
    <p:sldId xmlns:r="http://schemas.openxmlformats.org/officeDocument/2006/relationships" id="262" r:id="R2bd48e3aded84820"/>
    <p:sldId xmlns:r="http://schemas.openxmlformats.org/officeDocument/2006/relationships" id="263" r:id="R84ab5979fe68419f"/>
    <p:sldId xmlns:r="http://schemas.openxmlformats.org/officeDocument/2006/relationships" id="264" r:id="R990dfea56147431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d6b188c5aa448e" /><Relationship Type="http://schemas.openxmlformats.org/officeDocument/2006/relationships/slideMaster" Target="/ppt/slideMasters/slideMaster1.xml" Id="R61fb3b06de1f44ed" /><Relationship Type="http://schemas.openxmlformats.org/officeDocument/2006/relationships/notesMaster" Target="/ppt/notesMasters/notesMaster1.xml" Id="R3735119687034b21" /><Relationship Type="http://schemas.openxmlformats.org/officeDocument/2006/relationships/presProps" Target="/ppt/presProps.xml" Id="Rb563f37d2e0f4b62" /><Relationship Type="http://schemas.openxmlformats.org/officeDocument/2006/relationships/tableStyles" Target="/ppt/tableStyles.xml" Id="Rc44d3d67eeeb4ce4" /><Relationship Type="http://schemas.openxmlformats.org/officeDocument/2006/relationships/slide" Target="/ppt/slides/slide1.xml" Id="R90cc9bb0ccd1465d" /><Relationship Type="http://schemas.openxmlformats.org/officeDocument/2006/relationships/slide" Target="/ppt/slides/slide2.xml" Id="R99c1819a5525405b" /><Relationship Type="http://schemas.openxmlformats.org/officeDocument/2006/relationships/slide" Target="/ppt/slides/slide3.xml" Id="R7ea7a6ca153640ce" /><Relationship Type="http://schemas.openxmlformats.org/officeDocument/2006/relationships/slide" Target="/ppt/slides/slide4.xml" Id="R523d6a20034a4eef" /><Relationship Type="http://schemas.openxmlformats.org/officeDocument/2006/relationships/slide" Target="/ppt/slides/slide5.xml" Id="R58fb0c45e81546ed" /><Relationship Type="http://schemas.openxmlformats.org/officeDocument/2006/relationships/slide" Target="/ppt/slides/slide6.xml" Id="Rb9b0ab17793b4fdc" /><Relationship Type="http://schemas.openxmlformats.org/officeDocument/2006/relationships/slide" Target="/ppt/slides/slide7.xml" Id="R2bd48e3aded84820" /><Relationship Type="http://schemas.openxmlformats.org/officeDocument/2006/relationships/slide" Target="/ppt/slides/slide8.xml" Id="R84ab5979fe68419f" /><Relationship Type="http://schemas.openxmlformats.org/officeDocument/2006/relationships/slide" Target="/ppt/slides/slide9.xml" Id="R990dfea5614743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3986a75ebe4e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902e0b694d4878" /><Relationship Type="http://schemas.openxmlformats.org/officeDocument/2006/relationships/notesMaster" Target="/ppt/notesMasters/notesMaster1.xml" Id="R828ba9a74e0b49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39547188f04c56" /><Relationship Type="http://schemas.openxmlformats.org/officeDocument/2006/relationships/notesMaster" Target="/ppt/notesMasters/notesMaster1.xml" Id="Ra32b061ab8aa46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f6a3843d6f4443" /><Relationship Type="http://schemas.openxmlformats.org/officeDocument/2006/relationships/notesMaster" Target="/ppt/notesMasters/notesMaster1.xml" Id="Rd790629404b143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a40399e0724a57" /><Relationship Type="http://schemas.openxmlformats.org/officeDocument/2006/relationships/notesMaster" Target="/ppt/notesMasters/notesMaster1.xml" Id="Rf64f191f1cc141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4a4b5867534a8c" /><Relationship Type="http://schemas.openxmlformats.org/officeDocument/2006/relationships/notesMaster" Target="/ppt/notesMasters/notesMaster1.xml" Id="R78ae0ccb193d44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906b9073aa4eec" /><Relationship Type="http://schemas.openxmlformats.org/officeDocument/2006/relationships/notesMaster" Target="/ppt/notesMasters/notesMaster1.xml" Id="Rd0d8dc62da5744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a9610ce65a4ac0" /><Relationship Type="http://schemas.openxmlformats.org/officeDocument/2006/relationships/notesMaster" Target="/ppt/notesMasters/notesMaster1.xml" Id="R975b92e67c5046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64bdfa7c7946ae" /><Relationship Type="http://schemas.openxmlformats.org/officeDocument/2006/relationships/notesMaster" Target="/ppt/notesMasters/notesMaster1.xml" Id="R527562b0ca414f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c8fd0fd1cf46f2" /><Relationship Type="http://schemas.openxmlformats.org/officeDocument/2006/relationships/notesMaster" Target="/ppt/notesMasters/notesMaster1.xml" Id="Rfd9df15a639247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5a03371adf48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a94874026f4071" /><Relationship Type="http://schemas.openxmlformats.org/officeDocument/2006/relationships/slideLayout" Target="/ppt/slideLayouts/slideLayout1.xml" Id="Refdd3cc9ae2649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dd3cc9ae2649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9497b62cf4313" /><Relationship Type="http://schemas.openxmlformats.org/officeDocument/2006/relationships/notesSlide" Target="/ppt/notesSlides/notesSlide1.xml" Id="R3b8ff8c65ddd47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c0482c5974265" /><Relationship Type="http://schemas.openxmlformats.org/officeDocument/2006/relationships/notesSlide" Target="/ppt/notesSlides/notesSlide2.xml" Id="R1196ac03d6a945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7b9acd9a94210" /><Relationship Type="http://schemas.openxmlformats.org/officeDocument/2006/relationships/notesSlide" Target="/ppt/notesSlides/notesSlide3.xml" Id="Rf092c59d524c45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5abada58c49cf" /><Relationship Type="http://schemas.openxmlformats.org/officeDocument/2006/relationships/notesSlide" Target="/ppt/notesSlides/notesSlide4.xml" Id="R7a55b24a97ec41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494c57d3f42df" /><Relationship Type="http://schemas.openxmlformats.org/officeDocument/2006/relationships/notesSlide" Target="/ppt/notesSlides/notesSlide5.xml" Id="Rff8a358e3c5e47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bd9fd314240cc" /><Relationship Type="http://schemas.openxmlformats.org/officeDocument/2006/relationships/notesSlide" Target="/ppt/notesSlides/notesSlide6.xml" Id="R96ae6ae508254b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04117cf89467e" /><Relationship Type="http://schemas.openxmlformats.org/officeDocument/2006/relationships/notesSlide" Target="/ppt/notesSlides/notesSlide7.xml" Id="Rea87efe15e5f40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00a527b794f67" /><Relationship Type="http://schemas.openxmlformats.org/officeDocument/2006/relationships/notesSlide" Target="/ppt/notesSlides/notesSlide8.xml" Id="R96f6d928dc354c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4304e5ddf4d1e" /><Relationship Type="http://schemas.openxmlformats.org/officeDocument/2006/relationships/notesSlide" Target="/ppt/notesSlides/notesSlide9.xml" Id="R3d0a4411e3434b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14F31-D16D-46E9-A21B-7F4F8F34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BB4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3EAA1-36D4-43DB-8CD3-24392BB3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62000"/>
            <a:ext cx="2667000" cy="457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AF835-BC90-43D3-AB3E-CB2DBDD6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BB4C1"/>
                </a:solidFill>
              </a:defRPr>
            </a:pPr>
            <a:r>
              <a:rPr sz="1275" b="1">
                <a:solidFill>
                  <a:srgbClr val="3BB4C1"/>
                </a:solidFill>
              </a:rPr>
              <a:t>MARINBOY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5187B-7D87-4683-8FE2-78F800D2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647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미용실 예약의 전 과정을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하나의 서비스로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E5408-744F-494D-95F9-DE7F1EA0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1475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9D8E6"/>
                </a:solidFill>
              </a:defRPr>
            </a:pPr>
            <a:r>
              <a:rPr sz="1725" b="0">
                <a:solidFill>
                  <a:srgbClr val="C9D8E6"/>
                </a:solidFill>
              </a:rPr>
              <a:t>Spring Boot · MyBatis · Oracle 기반</a:t>
            </a:r>
          </a:p>
          <a:p xmlns:a="http://schemas.openxmlformats.org/drawingml/2006/main">
            <a:pPr algn="l">
              <a:defRPr sz="1725" b="0">
                <a:solidFill>
                  <a:srgbClr val="C9D8E6"/>
                </a:solidFill>
              </a:defRPr>
            </a:pPr>
            <a:r>
              <a:rPr sz="1725" b="0">
                <a:solidFill>
                  <a:srgbClr val="C9D8E6"/>
                </a:solidFill>
              </a:rPr>
              <a:t>고객 예약 및 관리자 운영 플랫폼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610D4-36E9-4CB7-99EB-16243F52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FULL-STACK PORTFOLIO  |  2026</a:t>
            </a:r>
          </a:p>
        </p:txBody>
      </p:sp>
    </p:spTree>
    <p:extLst>
      <p:ext uri="{BB962C8B-B14F-4D97-AF65-F5344CB8AC3E}">
        <p14:creationId xmlns:p14="http://schemas.microsoft.com/office/powerpoint/2010/main" val="18410674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8AD109-13F7-4ED5-ACF9-13ECCD9E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76A3"/>
                </a:solidFill>
              </a:defRPr>
            </a:pPr>
            <a:r>
              <a:rPr sz="1125" b="1">
                <a:solidFill>
                  <a:srgbClr val="1976A3"/>
                </a:solidFill>
              </a:rPr>
              <a:t>MARINBOY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4E272-F049-458D-87B5-7612F4BD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전화 예약의 불편을 웹 흐름으로 바꿨습니다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A1B8F-70B6-43F9-883F-DB117083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B7A"/>
                </a:solidFill>
              </a:defRPr>
            </a:pPr>
            <a:r>
              <a:rPr sz="975" b="1">
                <a:solidFill>
                  <a:srgbClr val="5D6B7A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AA9A9-61C5-423D-8F83-D4FB5063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3333750" cy="3714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48AB7-F56C-4C4E-88E1-9B26ABA5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95250" cy="3714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4919E-8177-47E3-A0FF-C8A45C7D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24050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고객의 불편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EBB02-6D11-498B-AEBE-4623AE11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2809875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가능 시간 확인이 어렵고</a:t>
            </a:r>
          </a:p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예약 변경·취소 과정이 번거롭습니다.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BF6A6-F2E4-4B1E-8450-92CAA82F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3333750" cy="3714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6BDAD-9AFD-4BE2-9633-532F45A6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95250" cy="3714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B4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D3801-6CEA-42CD-AFFE-5431E718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24050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운영자의 불편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EAEBB-383C-41F5-9AC0-F8DA0477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62200"/>
            <a:ext cx="2809875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예약 현황·휴무일·메뉴 정보가</a:t>
            </a:r>
          </a:p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여러 곳에 흩어져 관리됩니다.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03B35-99B1-4D30-BA0E-4008F2B0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14500"/>
            <a:ext cx="3333750" cy="3714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DB7B6B-DD60-46D8-B434-DA13B110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14500"/>
            <a:ext cx="95250" cy="3714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EFA2A9-682E-462A-AD09-3706C40F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24050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해결 방향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9DCA1-C918-46B4-977C-4C7078E2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62200"/>
            <a:ext cx="2809875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고객 예약과 관리자 운영을</a:t>
            </a:r>
          </a:p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하나의 데이터 흐름으로 연결했습니다.</a:t>
            </a:r>
          </a:p>
        </p:txBody>
      </p:sp>
    </p:spTree>
    <p:extLst>
      <p:ext uri="{BB962C8B-B14F-4D97-AF65-F5344CB8AC3E}">
        <p14:creationId xmlns:p14="http://schemas.microsoft.com/office/powerpoint/2010/main" val="10370381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469CA6-58CC-4A55-B6CA-BA18D791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76A3"/>
                </a:solidFill>
              </a:defRPr>
            </a:pPr>
            <a:r>
              <a:rPr sz="1125" b="1">
                <a:solidFill>
                  <a:srgbClr val="1976A3"/>
                </a:solidFill>
              </a:rPr>
              <a:t>MARINBOY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ECB11-04CE-408B-B08A-94ED9E0E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고객과 관리자가 같은 예약 데이터를 공유합니다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A08B9-F723-4211-9C2E-60625A67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B7A"/>
                </a:solidFill>
              </a:defRPr>
            </a:pPr>
            <a:r>
              <a:rPr sz="975" b="1">
                <a:solidFill>
                  <a:srgbClr val="5D6B7A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E5BBC-CFA4-4985-B356-5AFED42E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76A3"/>
                </a:solidFill>
              </a:defRPr>
            </a:pPr>
            <a:r>
              <a:rPr sz="1650" b="1">
                <a:solidFill>
                  <a:srgbClr val="1976A3"/>
                </a:solidFill>
              </a:rPr>
              <a:t>CUSTOMER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CA649-69A9-4378-B3D7-CA3E6E03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6668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3BB4C1"/>
                </a:solidFill>
              </a:defRPr>
            </a:pPr>
            <a:r>
              <a:rPr sz="1650" b="1">
                <a:solidFill>
                  <a:srgbClr val="3BB4C1"/>
                </a:solidFill>
              </a:rPr>
              <a:t>ADMIN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6A0F3-A79A-4ADB-B00A-7A0D5025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2952750" cy="25717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913F9-3DBD-4629-949B-562F32FF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95250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970D8-5FED-455B-93C5-314A4D13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95550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고객 흐름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1B96C-5A13-4900-9A4F-75DF59E9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33700"/>
            <a:ext cx="242887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로그인 → 시술 조회</a:t>
            </a:r>
          </a:p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→ 가능 시간 선택</a:t>
            </a:r>
          </a:p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→ 예약·변경·취소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792B3-078B-4640-ABA5-D6625A29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86000"/>
            <a:ext cx="2952750" cy="25717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89E63-1821-4276-A484-08295E33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86000"/>
            <a:ext cx="95250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B4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E3EDC-6B5D-40BF-ABB5-638D9169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95550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관리자 흐름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28598-2AF4-46AC-AB17-0D2D2926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933700"/>
            <a:ext cx="242887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예약 상태 관리</a:t>
            </a:r>
          </a:p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휴무일 설정</a:t>
            </a:r>
          </a:p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메뉴·이미지 관리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3B0BA1-B91A-457F-B881-8B353CD0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3143250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A39891-CF57-447C-87D6-7BF25F64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717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통합 예약 데이터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DA1DE9-B9ED-44B8-A150-D03A9861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476625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C9D8E6"/>
                </a:solidFill>
              </a:defRPr>
            </a:pPr>
            <a:r>
              <a:rPr sz="1425" b="0">
                <a:solidFill>
                  <a:srgbClr val="C9D8E6"/>
                </a:solidFill>
              </a:rPr>
              <a:t>권한과 도메인 규칙을</a:t>
            </a:r>
          </a:p>
          <a:p xmlns:a="http://schemas.openxmlformats.org/drawingml/2006/main">
            <a:pPr algn="ctr">
              <a:defRPr sz="1425" b="0">
                <a:solidFill>
                  <a:srgbClr val="C9D8E6"/>
                </a:solidFill>
              </a:defRPr>
            </a:pPr>
            <a:r>
              <a:rPr sz="1425" b="0">
                <a:solidFill>
                  <a:srgbClr val="C9D8E6"/>
                </a:solidFill>
              </a:rPr>
              <a:t>서버에서 일관되게 적용</a:t>
            </a:r>
          </a:p>
        </p:txBody>
      </p:sp>
    </p:spTree>
    <p:extLst>
      <p:ext uri="{BB962C8B-B14F-4D97-AF65-F5344CB8AC3E}">
        <p14:creationId xmlns:p14="http://schemas.microsoft.com/office/powerpoint/2010/main" val="14102013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C6E256-920F-4269-85CE-7A471822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76A3"/>
                </a:solidFill>
              </a:defRPr>
            </a:pPr>
            <a:r>
              <a:rPr sz="1125" b="1">
                <a:solidFill>
                  <a:srgbClr val="1976A3"/>
                </a:solidFill>
              </a:rPr>
              <a:t>MARINBOY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5BDBA-C3BF-4A31-926F-72E2D7D4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예약 가능 시간은 네 가지 규칙으로 계산합니다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C1670-7981-41AE-BB37-B6C9273D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B7A"/>
                </a:solidFill>
              </a:defRPr>
            </a:pPr>
            <a:r>
              <a:rPr sz="975" b="1">
                <a:solidFill>
                  <a:srgbClr val="5D6B7A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6F079-4C25-4CD3-B8DF-03B4F6A1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6804F-73F7-4D59-8B66-9346DD40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6A3"/>
                </a:solidFill>
              </a:defRPr>
            </a:pPr>
            <a:r>
              <a:rPr sz="2325" b="1">
                <a:solidFill>
                  <a:srgbClr val="1976A3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6B1AA-00B4-4DC8-B33F-1CAE15A0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영업시간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C3EA8-2E81-44DB-822E-94EA0919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200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A"/>
                </a:solidFill>
              </a:defRPr>
            </a:pPr>
            <a:r>
              <a:rPr sz="1350" b="0">
                <a:solidFill>
                  <a:srgbClr val="5D6B7A"/>
                </a:solidFill>
              </a:rPr>
              <a:t>운영 가능한 시간 범위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DB135-6E05-4A8C-B3A2-B80B093F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050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0954F-4FCC-4A20-B0BF-6C1C0920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4312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B4C1"/>
                </a:solidFill>
              </a:defRPr>
            </a:pPr>
            <a:r>
              <a:rPr sz="2325" b="1">
                <a:solidFill>
                  <a:srgbClr val="3BB4C1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F0D98-94BF-4E67-9F92-707C72D2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051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휴무일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2CC689-9A14-4244-B5DE-9E059F3C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4250"/>
            <a:ext cx="200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8E6"/>
                </a:solidFill>
              </a:defRPr>
            </a:pPr>
            <a:r>
              <a:rPr sz="1350" b="0">
                <a:solidFill>
                  <a:srgbClr val="C9D8E6"/>
                </a:solidFill>
              </a:rPr>
              <a:t>예약 불가 날짜 제외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130903-5D50-4DDD-B563-A033BA37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050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70A20E-713B-4FAC-8CE8-19717040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6A3"/>
                </a:solidFill>
              </a:defRPr>
            </a:pPr>
            <a:r>
              <a:rPr sz="2325" b="1">
                <a:solidFill>
                  <a:srgbClr val="1976A3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6DFD97-98C6-4B66-8E3B-5281E964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051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시술 시간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3A6BA-5916-4E7D-ADBD-4441BB59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200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A"/>
                </a:solidFill>
              </a:defRPr>
            </a:pPr>
            <a:r>
              <a:rPr sz="1350" b="0">
                <a:solidFill>
                  <a:srgbClr val="5D6B7A"/>
                </a:solidFill>
              </a:rPr>
              <a:t>서비스별 소요 시간 반영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0AB591-E0FF-486B-9817-E2938C39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9050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55814E-9BDE-4DA5-84A0-74BB6E13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4312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B4C1"/>
                </a:solidFill>
              </a:defRPr>
            </a:pPr>
            <a:r>
              <a:rPr sz="2325" b="1">
                <a:solidFill>
                  <a:srgbClr val="3BB4C1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F052C3-6DC4-4AE7-9F36-E76F99BC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051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기존 예약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4AC33F-59D1-4186-9517-B3D19AD5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24250"/>
            <a:ext cx="200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8E6"/>
                </a:solidFill>
              </a:defRPr>
            </a:pPr>
            <a:r>
              <a:rPr sz="1350" b="0">
                <a:solidFill>
                  <a:srgbClr val="C9D8E6"/>
                </a:solidFill>
              </a:rPr>
              <a:t>겹치는 시간대 제거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C764C8-D517-4AC0-9A88-DD2FE7A7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976A3"/>
                </a:solidFill>
              </a:defRPr>
            </a:pPr>
            <a:r>
              <a:rPr sz="1800" b="1">
                <a:solidFill>
                  <a:srgbClr val="1976A3"/>
                </a:solidFill>
              </a:rPr>
              <a:t>결과: 충돌하지 않는 시간만 고객에게 노출</a:t>
            </a:r>
          </a:p>
        </p:txBody>
      </p:sp>
    </p:spTree>
    <p:extLst>
      <p:ext uri="{BB962C8B-B14F-4D97-AF65-F5344CB8AC3E}">
        <p14:creationId xmlns:p14="http://schemas.microsoft.com/office/powerpoint/2010/main" val="3643176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EEBADC-CBCC-48AE-A9C4-DF4D4165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76A3"/>
                </a:solidFill>
              </a:defRPr>
            </a:pPr>
            <a:r>
              <a:rPr sz="1125" b="1">
                <a:solidFill>
                  <a:srgbClr val="1976A3"/>
                </a:solidFill>
              </a:rPr>
              <a:t>MARINBOY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83C13-87E4-44C3-94D1-023ADFBC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계층을 분리해 변경과 검증 지점을 명확히 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A0425-4B1F-466A-8002-B19C3396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B7A"/>
                </a:solidFill>
              </a:defRPr>
            </a:pPr>
            <a:r>
              <a:rPr sz="975" b="1">
                <a:solidFill>
                  <a:srgbClr val="5D6B7A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773CE-09AE-4945-BD56-D23CFE27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524125"/>
            <a:ext cx="1619250" cy="10477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44FCA-2D9A-46A2-83FA-F2EC812C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6225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Browser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9DEE1-D70E-41E4-8040-74ED9886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781300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976A3"/>
                </a:solidFill>
              </a:defRPr>
            </a:pPr>
            <a:r>
              <a:rPr sz="2025" b="1">
                <a:solidFill>
                  <a:srgbClr val="1976A3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61C86-DF8F-4F22-A1D3-8D3DF88D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24125"/>
            <a:ext cx="1619250" cy="10477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951DA-922B-41CE-BBF4-844AD8FD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6225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Controller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A80DD-5332-4A7D-8E37-F4AE7693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81300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976A3"/>
                </a:solidFill>
              </a:defRPr>
            </a:pPr>
            <a:r>
              <a:rPr sz="2025" b="1">
                <a:solidFill>
                  <a:srgbClr val="1976A3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02327-FE33-495C-9E3B-A610CE41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24125"/>
            <a:ext cx="1619250" cy="10477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BB4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89D9F7-0A6F-4576-854E-A5242007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6225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AD3C5A-C1BE-4254-B8DC-15A8DC95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81300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976A3"/>
                </a:solidFill>
              </a:defRPr>
            </a:pPr>
            <a:r>
              <a:rPr sz="2025" b="1">
                <a:solidFill>
                  <a:srgbClr val="1976A3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BEA95-4F07-44B4-A6AD-7FD0906A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1619250" cy="10477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45A0E4-6903-452A-BB18-83E14C35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DAO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C6D6FE-2A36-4585-ABB8-98FB3775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81300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976A3"/>
                </a:solidFill>
              </a:defRPr>
            </a:pPr>
            <a:r>
              <a:rPr sz="2025" b="1">
                <a:solidFill>
                  <a:srgbClr val="1976A3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EE4390-AA02-4AA9-ABAB-7BB70D5B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24125"/>
            <a:ext cx="1619250" cy="10477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00F357-FC34-47AC-BA46-234AC003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6225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MyBatis XML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3E0676-7388-4094-957D-70C2B9A5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781300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976A3"/>
                </a:solidFill>
              </a:defRPr>
            </a:pPr>
            <a:r>
              <a:rPr sz="2025" b="1">
                <a:solidFill>
                  <a:srgbClr val="1976A3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657CFE-2476-4008-9515-8BA09164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24125"/>
            <a:ext cx="1619250" cy="10477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6F6B30-7217-4E25-99A1-2696189A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6225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Oracle XE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68FE5C-2AEE-41CD-BC51-EC4F671F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D6B7A"/>
                </a:solidFill>
              </a:defRPr>
            </a:pPr>
            <a:r>
              <a:rPr sz="1500" b="0">
                <a:solidFill>
                  <a:srgbClr val="5D6B7A"/>
                </a:solidFill>
              </a:rPr>
              <a:t>Controller는 요청을 받고 · Service는 규칙을 검증하며 · Mapper는 SQL을 관리합니다</a:t>
            </a:r>
          </a:p>
        </p:txBody>
      </p:sp>
    </p:spTree>
    <p:extLst>
      <p:ext uri="{BB962C8B-B14F-4D97-AF65-F5344CB8AC3E}">
        <p14:creationId xmlns:p14="http://schemas.microsoft.com/office/powerpoint/2010/main" val="5624764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493E64-FD75-4EB2-9462-83FD9D90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76A3"/>
                </a:solidFill>
              </a:defRPr>
            </a:pPr>
            <a:r>
              <a:rPr sz="1125" b="1">
                <a:solidFill>
                  <a:srgbClr val="1976A3"/>
                </a:solidFill>
              </a:rPr>
              <a:t>MARINBOY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EF8EC-4DE0-4BED-980A-0C6EA302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핵심 기능을 실제 운영 흐름까지 확장했습니다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CFCB4-F399-4279-8DAC-2DDBFA90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B7A"/>
                </a:solidFill>
              </a:defRPr>
            </a:pPr>
            <a:r>
              <a:rPr sz="975" b="1">
                <a:solidFill>
                  <a:srgbClr val="5D6B7A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476D2-2B26-41D8-A4F4-E7C2DB70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5286375" cy="10477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AA45A-4980-46C2-9BD2-B7809065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9525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00687-1CA4-4043-BA0C-09C3924E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240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고객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888E0-9728-4EEA-BA55-E688239A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시술·가격 조회 / 가능 시간 조회 / 예약 CRUD / 이용 내역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ED4F3-9271-4B9C-9C3E-9C4AB42E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0375"/>
            <a:ext cx="5286375" cy="10477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C4D6E-E738-4255-917E-2D254CC3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0375"/>
            <a:ext cx="9525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B4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43842-115D-4A3B-B48C-F10CE256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099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인증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E0E39-55F1-40D2-AF79-35580092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480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세션 로그인 / Kakao OAuth2 / 역할 기반 접근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87916-36C0-43A2-8001-DA3FA17B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5286375" cy="10477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1288F-255B-4E6D-B4A4-C870115A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9525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B81F3-8296-45C1-B54D-E2D4CC92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958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품질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8623B8-6CDD-4752-A493-308A16FD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33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예외 응답 표준화 / 전화번호 마스킹 / 데이터 검증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5C104-86FE-49DD-8C6B-6837421E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5286375" cy="10477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4A436-8AF3-46D8-8E8D-617A47CC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9525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437307-E631-4552-8544-8224FEE7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관리자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147544-2114-47C9-B66D-4B3F2A23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62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예약 상세·상태·거절 관리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399C7B-53E0-4AAB-8EE8-62BC97BB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86375" cy="10477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C9C346-146B-4D34-BE11-580BC762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9525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B4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D073DE-8D8F-4FE8-8E7B-FC8FD4E3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099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운영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8EC6EC-D95D-4429-B8B5-1B0AA9D9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480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휴무일·시술 메뉴 관리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B67F2A-09AB-4973-91D8-48572DCF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5286375" cy="10477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762209-90EE-4094-9EF2-883F7BFB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9525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3113D1-A345-4CE0-AAE7-EB9C48B5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958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콘텐츠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8C609E-F037-4D08-A5D9-E2B17FB8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33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대표·갤러리 이미지 업로드</a:t>
            </a:r>
          </a:p>
        </p:txBody>
      </p:sp>
    </p:spTree>
    <p:extLst>
      <p:ext uri="{BB962C8B-B14F-4D97-AF65-F5344CB8AC3E}">
        <p14:creationId xmlns:p14="http://schemas.microsoft.com/office/powerpoint/2010/main" val="7631286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7345C-15ED-4894-91EF-548F1A25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76A3"/>
                </a:solidFill>
              </a:defRPr>
            </a:pPr>
            <a:r>
              <a:rPr sz="1125" b="1">
                <a:solidFill>
                  <a:srgbClr val="1976A3"/>
                </a:solidFill>
              </a:rPr>
              <a:t>MARINBOY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03CE0-9A32-4422-B890-F928A563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도메인 문제를 서버 규칙으로 해결했습니다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626C2-2B3C-4C6B-91B8-33EE5E6D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B7A"/>
                </a:solidFill>
              </a:defRPr>
            </a:pPr>
            <a:r>
              <a:rPr sz="975" b="1">
                <a:solidFill>
                  <a:srgbClr val="5D6B7A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B307E-7D97-44A5-8F4B-8A850658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3429000" cy="37147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06A94B-9CF7-4D7A-AA58-AB3DC3CB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95250" cy="3714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C751A-14E0-4C0E-933F-AF53617F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24050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중복 예약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0B8EE-896B-4483-B0DA-4879BAF1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2905125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기존 예약 시작·종료 시간과</a:t>
            </a:r>
          </a:p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신규 시술 시간을 교차 비교해</a:t>
            </a:r>
          </a:p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충돌을 차단했습니다.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D833D-5DDB-4974-89E5-61BC19E8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429000" cy="37147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F3585-E1D7-4BDD-A377-7528DB29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95250" cy="3714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B4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9B0FA-351F-4EB9-BCF3-2744F990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24050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권한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D02F9-144B-4BAD-91B3-9C203B7C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2905125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세션 역할을 확인하고 고객은</a:t>
            </a:r>
          </a:p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본인 예약만, 관리자는 운영 API만</a:t>
            </a:r>
          </a:p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접근하도록 제한했습니다.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932005-1F71-4880-8268-35E14F78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14500"/>
            <a:ext cx="3429000" cy="37147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CB06C9-101B-4168-A504-CE187BF7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14500"/>
            <a:ext cx="95250" cy="3714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2C159-F70F-47C6-8645-DBA9B3EE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24050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운영 반영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6A6B79-7EF1-44C7-91EE-113EF53C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62200"/>
            <a:ext cx="2905125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영업시간과 휴무일을</a:t>
            </a:r>
          </a:p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예약 슬롯 계산에 포함해</a:t>
            </a:r>
          </a:p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현실적인 예약 가능 시간을 제공합니다.</a:t>
            </a:r>
          </a:p>
        </p:txBody>
      </p:sp>
    </p:spTree>
    <p:extLst>
      <p:ext uri="{BB962C8B-B14F-4D97-AF65-F5344CB8AC3E}">
        <p14:creationId xmlns:p14="http://schemas.microsoft.com/office/powerpoint/2010/main" val="5171082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332FEF-4ECC-4919-B19C-98039498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76A3"/>
                </a:solidFill>
              </a:defRPr>
            </a:pPr>
            <a:r>
              <a:rPr sz="1125" b="1">
                <a:solidFill>
                  <a:srgbClr val="1976A3"/>
                </a:solidFill>
              </a:rPr>
              <a:t>MARINBOY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ED304-56FD-48E6-AE09-C5F035BA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풀스택 구현 경험을 운영 가능한 기반으로 만들었습니다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C1DFB-8A06-4AE8-874B-C202B328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B7A"/>
                </a:solidFill>
              </a:defRPr>
            </a:pPr>
            <a:r>
              <a:rPr sz="975" b="1">
                <a:solidFill>
                  <a:srgbClr val="5D6B7A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E0C6A-A5B2-4D85-9937-AA1BB2BA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1714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B57B9-D062-4E22-9EA0-0D74727C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1009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단순 CRUD를 넘어 시간 충돌·권한·휴무일이라는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실제 예약 도메인 규칙을 구현했습니다.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70457-8607-4F16-BE63-4A4BB407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333375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BA8D3-7A2E-46E3-BE69-A4B1A43E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9525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8D257-E37C-44B1-A822-7577D743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14800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현재 성과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10D030-1B55-4057-8028-C414EC32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52950"/>
            <a:ext cx="2809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화면·API·DB를 연결한</a:t>
            </a:r>
          </a:p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예약 서비스 완성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3A86D-D354-4E68-928A-6F7575AC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05250"/>
            <a:ext cx="333375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000EC-31FD-4331-8ADC-BE5816C6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05250"/>
            <a:ext cx="9525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B4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1BDA80-D38E-451B-B69D-89AB90F2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14800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다음 개선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9E594D-68D3-42AB-823E-846A7883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552950"/>
            <a:ext cx="2809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자동화 테스트 확대</a:t>
            </a:r>
          </a:p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CI/CD와 운영 배포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CC4BB0-0BA3-4334-854A-1D54B2E2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33375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E9FC56-9C8B-4F38-A365-0A634E72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9525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D8110-5443-4F03-850B-B579A056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14800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확장 방향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82C6A4-3C24-4264-BC8F-B6A4709F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552950"/>
            <a:ext cx="2809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알림 연동과</a:t>
            </a:r>
          </a:p>
          <a:p xmlns:a="http://schemas.openxmlformats.org/drawingml/2006/main">
            <a:pPr algn="l">
              <a:defRPr sz="1275" b="0">
                <a:solidFill>
                  <a:srgbClr val="5D6B7A"/>
                </a:solidFill>
              </a:defRPr>
            </a:pPr>
            <a:r>
              <a:rPr sz="1275" b="0">
                <a:solidFill>
                  <a:srgbClr val="5D6B7A"/>
                </a:solidFill>
              </a:rPr>
              <a:t>운영 통계 대시보드</a:t>
            </a:r>
          </a:p>
        </p:txBody>
      </p:sp>
    </p:spTree>
    <p:extLst>
      <p:ext uri="{BB962C8B-B14F-4D97-AF65-F5344CB8AC3E}">
        <p14:creationId xmlns:p14="http://schemas.microsoft.com/office/powerpoint/2010/main" val="16116271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2FE68-2FF2-44CE-94BC-F72D9C53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마린보이는 예약을 받는 화면이 아니라,</a:t>
            </a:r>
          </a:p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고객과 운영자를 연결하는 시스템입니다.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8E0D7-D760-48C2-BC3E-9A07A89A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BB4C1"/>
                </a:solidFill>
              </a:defRPr>
            </a:pPr>
            <a:r>
              <a:rPr sz="1875" b="1">
                <a:solidFill>
                  <a:srgbClr val="3BB4C1"/>
                </a:solidFill>
              </a:rPr>
              <a:t>감사합니다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296CD-E61F-4D9F-803E-BBFC6B56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006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9D8E6"/>
                </a:solidFill>
              </a:defRPr>
            </a:pPr>
            <a:r>
              <a:rPr sz="1425" b="1">
                <a:solidFill>
                  <a:srgbClr val="C9D8E6"/>
                </a:solidFill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21434667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2026-07-20T04:01:16.9020000Z</dcterms:created>
  <dcterms:modified xsi:type="dcterms:W3CDTF">2026-07-20T04:01:16.9020000Z</dcterms:modified>
</coreProperties>
</file>